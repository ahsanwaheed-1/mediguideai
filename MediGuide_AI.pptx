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— MediGuide AI is an educational AI prototype for symptom assessment and patient guidance, built with Streamlit, OpenAI, and LangChain. Before diving into features, it's important to stress upfront: this is a learning project, not a certified medical device, and every interaction is designed to point users toward real healthcare professionals.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Patient safety isn't an afterthought — it's the foundation of the app. MediGuide AI is framed everywhere as an educational prototype, never a diagnostic device, and it's explicitly instructed to avoid confirmed diagnoses. Every conversation nudges the user toward a licensed healthcare professional, and in anything that looks urgent, the assistant tells the user to seek emergency care immediately.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the technical side, the frontend is Streamlit, chosen for how quickly it lets us build a clean, interactive UI. OpenAI models handle the language understanding, and LangChain orchestrates prompts, memory, and caching around them. Prompt engineering keeps every response safety-compliant, and API keys are managed through a local environment setup rather than hardcoded anywhere.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reduce API latency and cost, MediGuide AI uses two LangChain caching strategies. InMemoryCache stores responses in RAM for speed within a single session, while SQLiteCache writes to a local database file so the cache persists across restarts. Users aren't locked into one approach — they can toggle between the two directly from the sidebar depending on their needs.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Beyond the core assessment flow, a few extras round out the experience: patient session history keeps context across follow-up questions, multilingual support widens accessibility, and a dark/light toggle improves comfort for different users. Together, these make MediGuide AI feel like a polished, extensible foundation rather than just a proof of concept — one that could reasonably grow toward telehealth integrations in the future.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06240"/>
            <a:ext cx="4114800" cy="4114800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1005840" cy="10058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" name="Image 0" descr="/home/claude/mediguide/icon_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274" y="1140714"/>
            <a:ext cx="553212" cy="5532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14884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MediGuide AI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822960" y="3063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Medical Symptom Assessment &amp; Patient Guidance Assistant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2296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prototype  </a:t>
            </a:r>
            <a:pPr indent="0" marL="0">
              <a:buNone/>
            </a:pPr>
            <a:r>
              <a:rPr lang="en-US" sz="1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400" i="1" dirty="0">
                <a:solidFill>
                  <a:srgbClr val="F4F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replacement for a doctor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2960" y="5989320"/>
            <a:ext cx="4206240" cy="0"/>
          </a:xfrm>
          <a:prstGeom prst="line">
            <a:avLst/>
          </a:prstGeom>
          <a:noFill/>
          <a:ln w="12700">
            <a:solidFill>
              <a:srgbClr val="00A896">
                <a:alpha val="6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61081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Streamlit  ·  OpenAI  ·  LangChain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Prioritizing Patient Safety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is designed into every layer of the experience — not bolted 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0749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3A3F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8600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mediguide/icon_doc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2480310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2219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Prototype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28800" y="2624328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strictly as an assessment and guidance tool — never as a diagnostic device.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080760" y="1965960"/>
            <a:ext cx="50749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3A3F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55080" y="228600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/home/claude/mediguide/icon_al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9390" y="248031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2219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Confirmed Diagnoses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360920" y="2624328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designed to avoid presenting definitive medical diagnoses at any point.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0749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3A3F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29768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/home/claude/mediguide/icon_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4491990"/>
            <a:ext cx="388620" cy="3886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23367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Consultation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828800" y="4636008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Consistently directs users to consult a qualified healthcare professional.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080760" y="3977640"/>
            <a:ext cx="50749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3A3F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55080" y="429768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/home/claude/mediguide/icon_comment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9390" y="4491990"/>
            <a:ext cx="388620" cy="3886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23367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Protocols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360920" y="4636008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Advises seeking emergency help immediately whenever a situation appears urgent.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&amp; Technology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focused, secure pipeline from user input to guided response.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514600" cy="3291840"/>
          </a:xfrm>
          <a:prstGeom prst="roundRect">
            <a:avLst>
              <a:gd name="adj" fmla="val 4364"/>
            </a:avLst>
          </a:prstGeom>
          <a:solidFill>
            <a:srgbClr val="26343A"/>
          </a:solidFill>
          <a:ln/>
        </p:spPr>
      </p:sp>
      <p:sp>
        <p:nvSpPr>
          <p:cNvPr id="5" name="Shape 3"/>
          <p:cNvSpPr/>
          <p:nvPr/>
        </p:nvSpPr>
        <p:spPr>
          <a:xfrm>
            <a:off x="1394460" y="242316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mediguide/icon_streaml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26289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3832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13232" y="3703320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42062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Streamlit for a clean, responsive, single-page experience.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19272" y="2103120"/>
            <a:ext cx="2514600" cy="3291840"/>
          </a:xfrm>
          <a:prstGeom prst="roundRect">
            <a:avLst>
              <a:gd name="adj" fmla="val 4364"/>
            </a:avLst>
          </a:prstGeom>
          <a:solidFill>
            <a:srgbClr val="26343A"/>
          </a:solidFill>
          <a:ln/>
        </p:spPr>
      </p:sp>
      <p:sp>
        <p:nvSpPr>
          <p:cNvPr id="11" name="Shape 8"/>
          <p:cNvSpPr/>
          <p:nvPr/>
        </p:nvSpPr>
        <p:spPr>
          <a:xfrm>
            <a:off x="4165092" y="242316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/home/claude/mediguide/icon_ll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262890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19272" y="33832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483864" y="3703320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Engine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502152" y="42062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OpenAI models, orchestrated through the LangChain framework.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089904" y="2103120"/>
            <a:ext cx="2514600" cy="3291840"/>
          </a:xfrm>
          <a:prstGeom prst="roundRect">
            <a:avLst>
              <a:gd name="adj" fmla="val 4364"/>
            </a:avLst>
          </a:prstGeom>
          <a:solidFill>
            <a:srgbClr val="26343A"/>
          </a:solidFill>
          <a:ln/>
        </p:spPr>
      </p:sp>
      <p:sp>
        <p:nvSpPr>
          <p:cNvPr id="17" name="Shape 13"/>
          <p:cNvSpPr/>
          <p:nvPr/>
        </p:nvSpPr>
        <p:spPr>
          <a:xfrm>
            <a:off x="6935724" y="242316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2" descr="/home/claude/mediguide/icon_promp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1464" y="262890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089904" y="33832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254496" y="3703320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272784" y="42062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Safely processes symptoms while strictly adhering to safety disclaimers.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8860536" y="2103120"/>
            <a:ext cx="2514600" cy="3291840"/>
          </a:xfrm>
          <a:prstGeom prst="roundRect">
            <a:avLst>
              <a:gd name="adj" fmla="val 4364"/>
            </a:avLst>
          </a:prstGeom>
          <a:solidFill>
            <a:srgbClr val="26343A"/>
          </a:solidFill>
          <a:ln/>
        </p:spPr>
      </p:sp>
      <p:sp>
        <p:nvSpPr>
          <p:cNvPr id="23" name="Shape 18"/>
          <p:cNvSpPr/>
          <p:nvPr/>
        </p:nvSpPr>
        <p:spPr>
          <a:xfrm>
            <a:off x="9706356" y="242316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4" name="Image 3" descr="/home/claude/mediguide/icon_securit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2096" y="2628900"/>
            <a:ext cx="411480" cy="4114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860536" y="33832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9025128" y="3703320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9043416" y="42062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environment setup keeps API keys out of source control and secure.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&amp; Cost Optimization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caching reduces API latency and cost on repeated requests.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4206240" cy="3429000"/>
          </a:xfrm>
          <a:prstGeom prst="roundRect">
            <a:avLst>
              <a:gd name="adj" fmla="val 3733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1B3A3F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86000"/>
            <a:ext cx="822960" cy="82296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6" name="Image 0" descr="/home/claude/mediguide/icon_spe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846" y="2471166"/>
            <a:ext cx="452628" cy="4526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2461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InMemoryCache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3657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· Fastest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40690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directly in RAM for lightning-fast lookups. Ideal within a single running session, but does not persist across restarts.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983480" y="1965960"/>
            <a:ext cx="4206240" cy="3429000"/>
          </a:xfrm>
          <a:prstGeom prst="roundRect">
            <a:avLst>
              <a:gd name="adj" fmla="val 3733"/>
            </a:avLst>
          </a:prstGeom>
          <a:solidFill>
            <a:srgbClr val="00A896"/>
          </a:solidFill>
          <a:ln/>
          <a:effectLst>
            <a:outerShdw sx="100000" sy="100000" kx="0" ky="0" algn="bl" rotWithShape="0" blurRad="101600" dist="38100" dir="5400000">
              <a:srgbClr val="1B3A3F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303520" y="2286000"/>
            <a:ext cx="822960" cy="82296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12" name="Image 1" descr="/home/claude/mediguide/icon_sql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8686" y="2471166"/>
            <a:ext cx="452628" cy="4526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03520" y="32461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SQLiteCache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5303520" y="3657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· Persistent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303520" y="40690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a local SQLite file on disk. Slightly slower than in-memory, but responses persist across application restarts.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9646920" y="2011680"/>
            <a:ext cx="640080" cy="640080"/>
          </a:xfrm>
          <a:prstGeom prst="ellipse">
            <a:avLst/>
          </a:prstGeom>
          <a:solidFill>
            <a:srgbClr val="0B2E33"/>
          </a:solidFill>
          <a:ln/>
        </p:spPr>
      </p:sp>
      <p:pic>
        <p:nvPicPr>
          <p:cNvPr id="17" name="Image 2" descr="/home/claude/mediguide/icon_tu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6940" y="217170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601200" y="2743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Control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9464040" y="310896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63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Dynamically toggle between caching methods from the sidebar.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Enhancing the User Experience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Thoughtful extras that make the assistant more usable and inclusive.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514600" cy="3291840"/>
          </a:xfrm>
          <a:prstGeom prst="roundRect">
            <a:avLst>
              <a:gd name="adj" fmla="val 4364"/>
            </a:avLst>
          </a:prstGeom>
          <a:solidFill>
            <a:srgbClr val="26343A"/>
          </a:solidFill>
          <a:ln/>
        </p:spPr>
      </p:sp>
      <p:sp>
        <p:nvSpPr>
          <p:cNvPr id="5" name="Shape 3"/>
          <p:cNvSpPr/>
          <p:nvPr/>
        </p:nvSpPr>
        <p:spPr>
          <a:xfrm>
            <a:off x="1394460" y="24688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/home/claude/mediguide/icon_hi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26746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3520440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Session History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42062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conversational context, enabling coherent follow-up assessments.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19272" y="2103120"/>
            <a:ext cx="2514600" cy="3291840"/>
          </a:xfrm>
          <a:prstGeom prst="roundRect">
            <a:avLst>
              <a:gd name="adj" fmla="val 4364"/>
            </a:avLst>
          </a:prstGeom>
          <a:solidFill>
            <a:srgbClr val="26343A"/>
          </a:solidFill>
          <a:ln/>
        </p:spPr>
      </p:sp>
      <p:sp>
        <p:nvSpPr>
          <p:cNvPr id="10" name="Shape 7"/>
          <p:cNvSpPr/>
          <p:nvPr/>
        </p:nvSpPr>
        <p:spPr>
          <a:xfrm>
            <a:off x="4165092" y="24688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1" name="Image 1" descr="/home/claude/mediguide/icon_langu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267462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83864" y="3520440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Support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02152" y="42062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to a broader demographic through multiple language options.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089904" y="2103120"/>
            <a:ext cx="2514600" cy="3291840"/>
          </a:xfrm>
          <a:prstGeom prst="roundRect">
            <a:avLst>
              <a:gd name="adj" fmla="val 4364"/>
            </a:avLst>
          </a:prstGeom>
          <a:solidFill>
            <a:srgbClr val="26343A"/>
          </a:solidFill>
          <a:ln/>
        </p:spPr>
      </p:sp>
      <p:sp>
        <p:nvSpPr>
          <p:cNvPr id="15" name="Shape 11"/>
          <p:cNvSpPr/>
          <p:nvPr/>
        </p:nvSpPr>
        <p:spPr>
          <a:xfrm>
            <a:off x="6935724" y="24688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2" descr="/home/claude/mediguide/icon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1464" y="267462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54496" y="3520440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/ Light Mode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272784" y="42062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theme toggle improves comfort and accessibility for all users.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860536" y="2103120"/>
            <a:ext cx="2514600" cy="3291840"/>
          </a:xfrm>
          <a:prstGeom prst="roundRect">
            <a:avLst>
              <a:gd name="adj" fmla="val 4364"/>
            </a:avLst>
          </a:prstGeom>
          <a:solidFill>
            <a:srgbClr val="26343A"/>
          </a:solidFill>
          <a:ln/>
        </p:spPr>
      </p:sp>
      <p:sp>
        <p:nvSpPr>
          <p:cNvPr id="20" name="Shape 15"/>
          <p:cNvSpPr/>
          <p:nvPr/>
        </p:nvSpPr>
        <p:spPr>
          <a:xfrm>
            <a:off x="9706356" y="246888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1" name="Image 3" descr="/home/claude/mediguide/icon_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2096" y="267462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25128" y="3520440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Extend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043416" y="42062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solid, safety-first foundation for future telehealth integrations.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2026-08-24T14:34:12Z</dcterms:created>
  <dcterms:modified xsi:type="dcterms:W3CDTF">2026-08-24T14:34:12Z</dcterms:modified>
</cp:coreProperties>
</file>